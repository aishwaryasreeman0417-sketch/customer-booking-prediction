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B4828-D644-4F84-9F67-7FCF8603912F}" v="7" dt="2026-05-25T17:59:29.012"/>
    <p1510:client id="{6CFE7135-D336-4619-AA0F-4F6F17121A62}" v="2" dt="2026-05-25T16:21:14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2" autoAdjust="0"/>
    <p:restoredTop sz="94660"/>
  </p:normalViewPr>
  <p:slideViewPr>
    <p:cSldViewPr snapToGrid="0">
      <p:cViewPr varScale="1">
        <p:scale>
          <a:sx n="49" d="100"/>
          <a:sy n="49" d="100"/>
        </p:scale>
        <p:origin x="5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shwarya Sreeman" userId="b31c966f54fd3f31" providerId="LiveId" clId="{044B1506-C9C1-4FDF-9FA2-30D370F1C02F}"/>
    <pc:docChg chg="custSel modSld">
      <pc:chgData name="Aishwarya Sreeman" userId="b31c966f54fd3f31" providerId="LiveId" clId="{044B1506-C9C1-4FDF-9FA2-30D370F1C02F}" dt="2026-05-25T18:06:51.081" v="123" actId="20577"/>
      <pc:docMkLst>
        <pc:docMk/>
      </pc:docMkLst>
      <pc:sldChg chg="modSp mod modClrScheme chgLayout">
        <pc:chgData name="Aishwarya Sreeman" userId="b31c966f54fd3f31" providerId="LiveId" clId="{044B1506-C9C1-4FDF-9FA2-30D370F1C02F}" dt="2026-05-25T18:06:07.599" v="95" actId="113"/>
        <pc:sldMkLst>
          <pc:docMk/>
          <pc:sldMk cId="2385882730" sldId="256"/>
        </pc:sldMkLst>
        <pc:spChg chg="mod ord">
          <ac:chgData name="Aishwarya Sreeman" userId="b31c966f54fd3f31" providerId="LiveId" clId="{044B1506-C9C1-4FDF-9FA2-30D370F1C02F}" dt="2026-05-25T17:52:28.174" v="23" actId="27636"/>
          <ac:spMkLst>
            <pc:docMk/>
            <pc:sldMk cId="2385882730" sldId="256"/>
            <ac:spMk id="2" creationId="{8628DAA2-98BA-154C-2812-FFB819E7C251}"/>
          </ac:spMkLst>
        </pc:spChg>
        <pc:spChg chg="mod ord">
          <ac:chgData name="Aishwarya Sreeman" userId="b31c966f54fd3f31" providerId="LiveId" clId="{044B1506-C9C1-4FDF-9FA2-30D370F1C02F}" dt="2026-05-25T18:06:07.599" v="95" actId="113"/>
          <ac:spMkLst>
            <pc:docMk/>
            <pc:sldMk cId="2385882730" sldId="256"/>
            <ac:spMk id="3" creationId="{9E92AAC1-AEC1-5E2A-48A6-9610C7F4659F}"/>
          </ac:spMkLst>
        </pc:spChg>
      </pc:sldChg>
      <pc:sldChg chg="addSp delSp modSp mod modClrScheme chgLayout">
        <pc:chgData name="Aishwarya Sreeman" userId="b31c966f54fd3f31" providerId="LiveId" clId="{044B1506-C9C1-4FDF-9FA2-30D370F1C02F}" dt="2026-05-25T18:06:51.081" v="123" actId="20577"/>
        <pc:sldMkLst>
          <pc:docMk/>
          <pc:sldMk cId="180676782" sldId="257"/>
        </pc:sldMkLst>
        <pc:spChg chg="add mod">
          <ac:chgData name="Aishwarya Sreeman" userId="b31c966f54fd3f31" providerId="LiveId" clId="{044B1506-C9C1-4FDF-9FA2-30D370F1C02F}" dt="2026-05-25T18:06:51.081" v="123" actId="20577"/>
          <ac:spMkLst>
            <pc:docMk/>
            <pc:sldMk cId="180676782" sldId="257"/>
            <ac:spMk id="3" creationId="{3F196F6F-ACCF-2120-E640-2F28B3D0DAAE}"/>
          </ac:spMkLst>
        </pc:spChg>
        <pc:spChg chg="add mod">
          <ac:chgData name="Aishwarya Sreeman" userId="b31c966f54fd3f31" providerId="LiveId" clId="{044B1506-C9C1-4FDF-9FA2-30D370F1C02F}" dt="2026-05-25T18:05:24.348" v="89" actId="1076"/>
          <ac:spMkLst>
            <pc:docMk/>
            <pc:sldMk cId="180676782" sldId="257"/>
            <ac:spMk id="4" creationId="{A8D92554-1074-E4A8-DB73-D659B240D334}"/>
          </ac:spMkLst>
        </pc:spChg>
        <pc:spChg chg="add del mod">
          <ac:chgData name="Aishwarya Sreeman" userId="b31c966f54fd3f31" providerId="LiveId" clId="{044B1506-C9C1-4FDF-9FA2-30D370F1C02F}" dt="2026-05-25T16:20:38.276" v="7"/>
          <ac:spMkLst>
            <pc:docMk/>
            <pc:sldMk cId="180676782" sldId="257"/>
            <ac:spMk id="5" creationId="{E541ABFC-060E-99FC-99BE-AD6AF6A7F962}"/>
          </ac:spMkLst>
        </pc:spChg>
        <pc:spChg chg="add del mod">
          <ac:chgData name="Aishwarya Sreeman" userId="b31c966f54fd3f31" providerId="LiveId" clId="{044B1506-C9C1-4FDF-9FA2-30D370F1C02F}" dt="2026-05-25T18:03:37.267" v="79" actId="21"/>
          <ac:spMkLst>
            <pc:docMk/>
            <pc:sldMk cId="180676782" sldId="257"/>
            <ac:spMk id="6" creationId="{0BFF1DDB-E3AB-4325-CFB5-67467B7BD1F9}"/>
          </ac:spMkLst>
        </pc:spChg>
        <pc:picChg chg="add mod">
          <ac:chgData name="Aishwarya Sreeman" userId="b31c966f54fd3f31" providerId="LiveId" clId="{044B1506-C9C1-4FDF-9FA2-30D370F1C02F}" dt="2026-05-25T18:06:13.842" v="96" actId="14100"/>
          <ac:picMkLst>
            <pc:docMk/>
            <pc:sldMk cId="180676782" sldId="257"/>
            <ac:picMk id="7" creationId="{87480B0F-45E7-FE0C-AC49-5F4A55BC40D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A74E-E0B7-4E5F-9365-898893B7D78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4546A-991B-415B-8A00-763EFA97B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01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4546A-991B-415B-8A00-763EFA97B6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34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4546A-991B-415B-8A00-763EFA97B6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F7AE-79E4-FA26-44FE-37853A66C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EC4AD-ADA4-1302-D0CC-E33D0E0CD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E091A-341C-5C24-DED1-A18B8D6F8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1EEF-4441-4FE9-BB93-C193380605F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CECFC-0525-6853-BFEA-3250F7E91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C8733-0793-928C-5FD2-31C46C99C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2A1D-9087-4907-86A2-7FEF0200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9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89A06-1692-B4BB-C519-9CA35803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CF8C3-BF59-5868-E08E-ACC2F5983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EE4E7-945A-D425-0EFC-509A89279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1EEF-4441-4FE9-BB93-C193380605F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79E90-8BD2-A8BA-A50B-76FB0A3D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C7056-1815-070C-C075-47CD32F46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2A1D-9087-4907-86A2-7FEF0200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8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FC5E-4C94-3FBF-3845-259516131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084AB-9853-AA24-B376-D699CA961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106A-AC12-D564-D531-F559C03C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1EEF-4441-4FE9-BB93-C193380605F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38699-FF84-EFCC-7949-F9F4B7D9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FCE99-5518-EB5B-F6F2-B9627443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2A1D-9087-4907-86A2-7FEF0200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93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1CFE-3ED4-FB1F-CCA9-54ACE0542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37FFE-09E5-D20E-4064-121914897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734F3-34B8-A534-36EA-386C55890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69665-B3BC-46C2-0B0F-F68C2859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1EEF-4441-4FE9-BB93-C193380605F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C2916-20F7-B8E6-32A4-0B9E14BA5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E85A8-9F8B-2DC6-8393-125B33603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2A1D-9087-4907-86A2-7FEF0200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39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2504-8273-8F6F-1224-84BF4A2A2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F7728-9069-E587-D03F-E9E4A1BE0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587F0-1613-2BB9-9463-4FA68E066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E1A53-2836-2614-E7B8-81D5C1199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1F76D-CB18-7A7F-2E90-C2543FF34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2E104C-D082-C5E1-4E51-FA358349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1EEF-4441-4FE9-BB93-C193380605F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004140-E691-5280-1952-1AF04CBC4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E708E0-290B-986E-F87C-6B7C80C95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2A1D-9087-4907-86A2-7FEF0200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7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A9E9F-07EE-F400-7B30-2354D1F01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83C1EF-2DB6-BE3C-08DB-7A668111D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1EEF-4441-4FE9-BB93-C193380605F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FD198-3155-623C-3070-32D24984F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42ED8-C463-5B9E-F9FB-C76B99F8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2A1D-9087-4907-86A2-7FEF0200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5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C1D831-C40F-267D-CFDA-0CC8B3BC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1EEF-4441-4FE9-BB93-C193380605F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48DD68-BD0E-7A76-0D62-8BF6DEE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999AF-413F-70AF-66D8-811969917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2A1D-9087-4907-86A2-7FEF0200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94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0AF4-536F-6234-AC8C-6BC35E20E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E5D74-6C0E-5EFE-377B-AECD312E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D5C9A-F02C-B638-AE5E-134ED0D76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4F769-D6E5-B66D-57C3-07D29DEB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1EEF-4441-4FE9-BB93-C193380605F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ABCF2-22BA-A805-B82D-309D16C34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5B9FE-A9D7-70D1-A91B-0916B985F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2A1D-9087-4907-86A2-7FEF0200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7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A124-FB9D-63CE-7408-2243CE620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F5D109-3A63-1F20-C18A-C980742695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1BE27-09FD-EE0B-9E16-7B4100221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B7C52-0283-EA3E-E5D9-D8F4912FB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1EEF-4441-4FE9-BB93-C193380605F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EBF0B-0953-C367-DC5E-54BC7916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6A804-80EC-1382-097A-3B426E6C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2A1D-9087-4907-86A2-7FEF0200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CA8A-E3B5-0F8C-E342-7C05DBC36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27313-2F80-6969-DA01-22305BF7A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71A88-D0A9-E11B-9FAE-A3362B27C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1EEF-4441-4FE9-BB93-C193380605F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55537-3793-F80D-985F-ED272E6C1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AB17C-EB55-E9E7-DC9A-97B69AE2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2A1D-9087-4907-86A2-7FEF0200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87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9B9A70-9A89-E426-C642-D1B2895DD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DF193-0653-9CC6-1F7F-13F2680C0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C8BCA-7FB1-54F3-B183-39E54285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1EEF-4441-4FE9-BB93-C193380605F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29538-F365-4DE7-9716-DA0C0BAB0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37541-E064-47B3-1282-AB1A63DE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B2A1D-9087-4907-86A2-7FEF0200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0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79C3E-3520-C1DE-3E72-86A9BB52A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ACF82-0AC3-40FF-BD51-A14B68C9E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5E472-8944-00AD-5D55-0CA1015FD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21EEF-4441-4FE9-BB93-C193380605F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091C0-904A-2541-E50D-DE1784526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098F6-57C0-07E4-D05F-BFA7356DA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B2A1D-9087-4907-86A2-7FEF0200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8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DAA2-98BA-154C-2812-FFB819E7C25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818968" y="302855"/>
            <a:ext cx="8268929" cy="6508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Customer Booking Prediction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2AAC1-AEC1-5E2A-48A6-9610C7F4659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62116" y="953729"/>
            <a:ext cx="9144000" cy="5247456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Objective</a:t>
            </a:r>
            <a:r>
              <a:rPr lang="en-US" sz="1800" dirty="0"/>
              <a:t>: Predict whether a customer completes a booking using machine learning techniques.</a:t>
            </a:r>
          </a:p>
          <a:p>
            <a:r>
              <a:rPr lang="en-US" sz="1800" b="1" dirty="0"/>
              <a:t>Data Preparation</a:t>
            </a:r>
            <a:r>
              <a:rPr lang="en-US" sz="1800" dirty="0"/>
              <a:t>:</a:t>
            </a:r>
          </a:p>
          <a:p>
            <a:r>
              <a:rPr lang="en-US" sz="1800" dirty="0"/>
              <a:t>Cleaned dataset </a:t>
            </a:r>
          </a:p>
          <a:p>
            <a:r>
              <a:rPr lang="en-US" sz="1800" dirty="0"/>
              <a:t>Encoded categorical variables </a:t>
            </a:r>
          </a:p>
          <a:p>
            <a:r>
              <a:rPr lang="en-US" sz="1800" dirty="0"/>
              <a:t>Prepared features for model training</a:t>
            </a:r>
          </a:p>
          <a:p>
            <a:r>
              <a:rPr lang="en-US" sz="1800" b="1" dirty="0"/>
              <a:t>Model Used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Random Forest Classifier</a:t>
            </a:r>
          </a:p>
          <a:p>
            <a:r>
              <a:rPr lang="en-US" sz="1800" b="1" dirty="0"/>
              <a:t>Model Accuracy</a:t>
            </a:r>
            <a:r>
              <a:rPr lang="en-US" sz="1800" dirty="0"/>
              <a:t>: 85.51%%</a:t>
            </a:r>
            <a:br>
              <a:rPr lang="en-US" sz="1800" dirty="0"/>
            </a:br>
            <a:r>
              <a:rPr lang="en-US" sz="1800" b="1" dirty="0"/>
              <a:t>Cross Validation Score</a:t>
            </a:r>
            <a:r>
              <a:rPr lang="en-US" sz="1800" dirty="0"/>
              <a:t>: 50.55%</a:t>
            </a:r>
          </a:p>
          <a:p>
            <a:r>
              <a:rPr lang="en-US" sz="1800" dirty="0"/>
              <a:t>The model achieved strong test accuracy, though cross-validation results suggest performance variability across different data splits.</a:t>
            </a:r>
          </a:p>
          <a:p>
            <a:r>
              <a:rPr lang="en-US" sz="1800" b="1" dirty="0"/>
              <a:t>Key Findings</a:t>
            </a:r>
            <a:r>
              <a:rPr lang="en-US" sz="1800" dirty="0"/>
              <a:t>:</a:t>
            </a:r>
          </a:p>
          <a:p>
            <a:r>
              <a:rPr lang="en-US" sz="1800" dirty="0"/>
              <a:t>Purchase behavior can be predicted using booking-related features. </a:t>
            </a:r>
          </a:p>
          <a:p>
            <a:r>
              <a:rPr lang="en-US" sz="1800" dirty="0"/>
              <a:t>Certain variables contributed more strongly to predictions. </a:t>
            </a:r>
          </a:p>
          <a:p>
            <a:r>
              <a:rPr lang="en-US" sz="1800" dirty="0"/>
              <a:t>Random Forest provided good interpretability through feature importance analysis.</a:t>
            </a:r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385882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D92554-1074-E4A8-DB73-D659B240D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5884" y="2979173"/>
            <a:ext cx="8514736" cy="29496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96F6F-ACCF-2120-E640-2F28B3D0D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5" y="295857"/>
            <a:ext cx="9144000" cy="412065"/>
          </a:xfrm>
        </p:spPr>
        <p:txBody>
          <a:bodyPr>
            <a:normAutofit lnSpcReduction="10000"/>
          </a:bodyPr>
          <a:lstStyle/>
          <a:p>
            <a:r>
              <a:rPr lang="en-US"/>
              <a:t>Feature Importance Graph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480B0F-45E7-FE0C-AC49-5F4A55BC4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92" y="786581"/>
            <a:ext cx="11140795" cy="567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6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103</Words>
  <Application>Microsoft Office PowerPoint</Application>
  <PresentationFormat>Widescreen</PresentationFormat>
  <Paragraphs>16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Customer Booking Prediction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 Sreeman</dc:creator>
  <cp:lastModifiedBy>Aishwarya Sreeman</cp:lastModifiedBy>
  <cp:revision>1</cp:revision>
  <dcterms:created xsi:type="dcterms:W3CDTF">2026-05-25T16:19:42Z</dcterms:created>
  <dcterms:modified xsi:type="dcterms:W3CDTF">2026-05-25T18:06:58Z</dcterms:modified>
</cp:coreProperties>
</file>